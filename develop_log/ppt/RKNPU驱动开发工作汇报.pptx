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61" r:id="rId7"/>
    <p:sldId id="262"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68" d="100"/>
          <a:sy n="68" d="100"/>
        </p:scale>
        <p:origin x="50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577FC1-7973-DCB5-5688-95BFD8045A2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8A8B437-4514-336C-93D2-A9D3480C04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148A76F-EBD7-A278-BD73-8F27EC2EC227}"/>
              </a:ext>
            </a:extLst>
          </p:cNvPr>
          <p:cNvSpPr>
            <a:spLocks noGrp="1"/>
          </p:cNvSpPr>
          <p:nvPr>
            <p:ph type="dt" sz="half" idx="10"/>
          </p:nvPr>
        </p:nvSpPr>
        <p:spPr/>
        <p:txBody>
          <a:bodyPr/>
          <a:lstStyle/>
          <a:p>
            <a:fld id="{3522533F-AF1C-40E3-A9FA-D8354ED65DFE}" type="datetimeFigureOut">
              <a:rPr lang="zh-CN" altLang="en-US" smtClean="0"/>
              <a:t>2026/4/19</a:t>
            </a:fld>
            <a:endParaRPr lang="zh-CN" altLang="en-US"/>
          </a:p>
        </p:txBody>
      </p:sp>
      <p:sp>
        <p:nvSpPr>
          <p:cNvPr id="5" name="页脚占位符 4">
            <a:extLst>
              <a:ext uri="{FF2B5EF4-FFF2-40B4-BE49-F238E27FC236}">
                <a16:creationId xmlns:a16="http://schemas.microsoft.com/office/drawing/2014/main" id="{07818973-92DC-3856-3712-118D8D9553E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15BD0D8-4F1D-C32F-D103-9421B10669BC}"/>
              </a:ext>
            </a:extLst>
          </p:cNvPr>
          <p:cNvSpPr>
            <a:spLocks noGrp="1"/>
          </p:cNvSpPr>
          <p:nvPr>
            <p:ph type="sldNum" sz="quarter" idx="12"/>
          </p:nvPr>
        </p:nvSpPr>
        <p:spPr/>
        <p:txBody>
          <a:bodyPr/>
          <a:lstStyle/>
          <a:p>
            <a:fld id="{5775697A-EA7D-4281-87A4-E8C38A75FF55}" type="slidenum">
              <a:rPr lang="zh-CN" altLang="en-US" smtClean="0"/>
              <a:t>‹#›</a:t>
            </a:fld>
            <a:endParaRPr lang="zh-CN" altLang="en-US"/>
          </a:p>
        </p:txBody>
      </p:sp>
    </p:spTree>
    <p:extLst>
      <p:ext uri="{BB962C8B-B14F-4D97-AF65-F5344CB8AC3E}">
        <p14:creationId xmlns:p14="http://schemas.microsoft.com/office/powerpoint/2010/main" val="3726984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E4E6D3-CAB1-00D3-CEFE-AB6722F4AA3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5D4DA6A-B459-B599-E991-F378D69B4B4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DBB737-EA9C-1F7B-74C9-3E9CEA94558F}"/>
              </a:ext>
            </a:extLst>
          </p:cNvPr>
          <p:cNvSpPr>
            <a:spLocks noGrp="1"/>
          </p:cNvSpPr>
          <p:nvPr>
            <p:ph type="dt" sz="half" idx="10"/>
          </p:nvPr>
        </p:nvSpPr>
        <p:spPr/>
        <p:txBody>
          <a:bodyPr/>
          <a:lstStyle/>
          <a:p>
            <a:fld id="{3522533F-AF1C-40E3-A9FA-D8354ED65DFE}" type="datetimeFigureOut">
              <a:rPr lang="zh-CN" altLang="en-US" smtClean="0"/>
              <a:t>2026/4/19</a:t>
            </a:fld>
            <a:endParaRPr lang="zh-CN" altLang="en-US"/>
          </a:p>
        </p:txBody>
      </p:sp>
      <p:sp>
        <p:nvSpPr>
          <p:cNvPr id="5" name="页脚占位符 4">
            <a:extLst>
              <a:ext uri="{FF2B5EF4-FFF2-40B4-BE49-F238E27FC236}">
                <a16:creationId xmlns:a16="http://schemas.microsoft.com/office/drawing/2014/main" id="{F259A332-AE8C-0E8A-6BAD-BCD18EFFBE7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C3F3F62-285D-5EB3-5880-E90DEFFC8263}"/>
              </a:ext>
            </a:extLst>
          </p:cNvPr>
          <p:cNvSpPr>
            <a:spLocks noGrp="1"/>
          </p:cNvSpPr>
          <p:nvPr>
            <p:ph type="sldNum" sz="quarter" idx="12"/>
          </p:nvPr>
        </p:nvSpPr>
        <p:spPr/>
        <p:txBody>
          <a:bodyPr/>
          <a:lstStyle/>
          <a:p>
            <a:fld id="{5775697A-EA7D-4281-87A4-E8C38A75FF55}" type="slidenum">
              <a:rPr lang="zh-CN" altLang="en-US" smtClean="0"/>
              <a:t>‹#›</a:t>
            </a:fld>
            <a:endParaRPr lang="zh-CN" altLang="en-US"/>
          </a:p>
        </p:txBody>
      </p:sp>
    </p:spTree>
    <p:extLst>
      <p:ext uri="{BB962C8B-B14F-4D97-AF65-F5344CB8AC3E}">
        <p14:creationId xmlns:p14="http://schemas.microsoft.com/office/powerpoint/2010/main" val="1759007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C7DEFA-8C8E-6F6F-0720-C1A1DF6DE8B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EE232F6-B2B4-6198-16DA-CAA695373A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ABCBFB9-BB59-EF85-AE94-D71E181D411E}"/>
              </a:ext>
            </a:extLst>
          </p:cNvPr>
          <p:cNvSpPr>
            <a:spLocks noGrp="1"/>
          </p:cNvSpPr>
          <p:nvPr>
            <p:ph type="dt" sz="half" idx="10"/>
          </p:nvPr>
        </p:nvSpPr>
        <p:spPr/>
        <p:txBody>
          <a:bodyPr/>
          <a:lstStyle/>
          <a:p>
            <a:fld id="{3522533F-AF1C-40E3-A9FA-D8354ED65DFE}" type="datetimeFigureOut">
              <a:rPr lang="zh-CN" altLang="en-US" smtClean="0"/>
              <a:t>2026/4/19</a:t>
            </a:fld>
            <a:endParaRPr lang="zh-CN" altLang="en-US"/>
          </a:p>
        </p:txBody>
      </p:sp>
      <p:sp>
        <p:nvSpPr>
          <p:cNvPr id="5" name="页脚占位符 4">
            <a:extLst>
              <a:ext uri="{FF2B5EF4-FFF2-40B4-BE49-F238E27FC236}">
                <a16:creationId xmlns:a16="http://schemas.microsoft.com/office/drawing/2014/main" id="{3DA90E8F-F0AB-EE2C-1333-AD158E0DB84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A992915-FD6D-34F3-F9E6-284D8D4393AB}"/>
              </a:ext>
            </a:extLst>
          </p:cNvPr>
          <p:cNvSpPr>
            <a:spLocks noGrp="1"/>
          </p:cNvSpPr>
          <p:nvPr>
            <p:ph type="sldNum" sz="quarter" idx="12"/>
          </p:nvPr>
        </p:nvSpPr>
        <p:spPr/>
        <p:txBody>
          <a:bodyPr/>
          <a:lstStyle/>
          <a:p>
            <a:fld id="{5775697A-EA7D-4281-87A4-E8C38A75FF55}" type="slidenum">
              <a:rPr lang="zh-CN" altLang="en-US" smtClean="0"/>
              <a:t>‹#›</a:t>
            </a:fld>
            <a:endParaRPr lang="zh-CN" altLang="en-US"/>
          </a:p>
        </p:txBody>
      </p:sp>
    </p:spTree>
    <p:extLst>
      <p:ext uri="{BB962C8B-B14F-4D97-AF65-F5344CB8AC3E}">
        <p14:creationId xmlns:p14="http://schemas.microsoft.com/office/powerpoint/2010/main" val="3629616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010A6B-4359-0338-0B62-3DC28435678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8C77F41-E675-D14F-1FC5-858D8135C7F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A59F25D-0F53-9126-10C4-0A5916834C9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D3848BB-6268-DC74-2181-46DF5766A859}"/>
              </a:ext>
            </a:extLst>
          </p:cNvPr>
          <p:cNvSpPr>
            <a:spLocks noGrp="1"/>
          </p:cNvSpPr>
          <p:nvPr>
            <p:ph type="dt" sz="half" idx="10"/>
          </p:nvPr>
        </p:nvSpPr>
        <p:spPr/>
        <p:txBody>
          <a:bodyPr/>
          <a:lstStyle/>
          <a:p>
            <a:fld id="{3522533F-AF1C-40E3-A9FA-D8354ED65DFE}" type="datetimeFigureOut">
              <a:rPr lang="zh-CN" altLang="en-US" smtClean="0"/>
              <a:t>2026/4/19</a:t>
            </a:fld>
            <a:endParaRPr lang="zh-CN" altLang="en-US"/>
          </a:p>
        </p:txBody>
      </p:sp>
      <p:sp>
        <p:nvSpPr>
          <p:cNvPr id="6" name="页脚占位符 5">
            <a:extLst>
              <a:ext uri="{FF2B5EF4-FFF2-40B4-BE49-F238E27FC236}">
                <a16:creationId xmlns:a16="http://schemas.microsoft.com/office/drawing/2014/main" id="{4E22ED7C-2579-E622-9BA0-559EF2E990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4184B1A-D985-237D-7AAD-725BC1A26B83}"/>
              </a:ext>
            </a:extLst>
          </p:cNvPr>
          <p:cNvSpPr>
            <a:spLocks noGrp="1"/>
          </p:cNvSpPr>
          <p:nvPr>
            <p:ph type="sldNum" sz="quarter" idx="12"/>
          </p:nvPr>
        </p:nvSpPr>
        <p:spPr/>
        <p:txBody>
          <a:bodyPr/>
          <a:lstStyle/>
          <a:p>
            <a:fld id="{5775697A-EA7D-4281-87A4-E8C38A75FF55}" type="slidenum">
              <a:rPr lang="zh-CN" altLang="en-US" smtClean="0"/>
              <a:t>‹#›</a:t>
            </a:fld>
            <a:endParaRPr lang="zh-CN" altLang="en-US"/>
          </a:p>
        </p:txBody>
      </p:sp>
    </p:spTree>
    <p:extLst>
      <p:ext uri="{BB962C8B-B14F-4D97-AF65-F5344CB8AC3E}">
        <p14:creationId xmlns:p14="http://schemas.microsoft.com/office/powerpoint/2010/main" val="1431506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BA1381-7C0C-6C17-26AC-F4908294850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F17B06B-8EC4-A5FF-2EA4-2DB2E18058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D036238-0358-E10D-F36F-5FFB4BCC841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04BBE7D-2E54-3130-9D26-F18778FC7F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37F8383-9C67-C3C7-82D4-8BBF269474C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D53B0E5-4CBE-EBC1-DCD9-4BFF43B1CEDD}"/>
              </a:ext>
            </a:extLst>
          </p:cNvPr>
          <p:cNvSpPr>
            <a:spLocks noGrp="1"/>
          </p:cNvSpPr>
          <p:nvPr>
            <p:ph type="dt" sz="half" idx="10"/>
          </p:nvPr>
        </p:nvSpPr>
        <p:spPr/>
        <p:txBody>
          <a:bodyPr/>
          <a:lstStyle/>
          <a:p>
            <a:fld id="{3522533F-AF1C-40E3-A9FA-D8354ED65DFE}" type="datetimeFigureOut">
              <a:rPr lang="zh-CN" altLang="en-US" smtClean="0"/>
              <a:t>2026/4/19</a:t>
            </a:fld>
            <a:endParaRPr lang="zh-CN" altLang="en-US"/>
          </a:p>
        </p:txBody>
      </p:sp>
      <p:sp>
        <p:nvSpPr>
          <p:cNvPr id="8" name="页脚占位符 7">
            <a:extLst>
              <a:ext uri="{FF2B5EF4-FFF2-40B4-BE49-F238E27FC236}">
                <a16:creationId xmlns:a16="http://schemas.microsoft.com/office/drawing/2014/main" id="{3A054214-8430-9AF0-21FE-F85E7538CC5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E88CAF4-021E-094E-60F1-DB33A5590F71}"/>
              </a:ext>
            </a:extLst>
          </p:cNvPr>
          <p:cNvSpPr>
            <a:spLocks noGrp="1"/>
          </p:cNvSpPr>
          <p:nvPr>
            <p:ph type="sldNum" sz="quarter" idx="12"/>
          </p:nvPr>
        </p:nvSpPr>
        <p:spPr/>
        <p:txBody>
          <a:bodyPr/>
          <a:lstStyle/>
          <a:p>
            <a:fld id="{5775697A-EA7D-4281-87A4-E8C38A75FF55}" type="slidenum">
              <a:rPr lang="zh-CN" altLang="en-US" smtClean="0"/>
              <a:t>‹#›</a:t>
            </a:fld>
            <a:endParaRPr lang="zh-CN" altLang="en-US"/>
          </a:p>
        </p:txBody>
      </p:sp>
    </p:spTree>
    <p:extLst>
      <p:ext uri="{BB962C8B-B14F-4D97-AF65-F5344CB8AC3E}">
        <p14:creationId xmlns:p14="http://schemas.microsoft.com/office/powerpoint/2010/main" val="1968403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15B87D-502F-0E55-6AD3-334B7D33EAC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5B54DB8-B6A9-31E4-3F92-CEABA87BBF5A}"/>
              </a:ext>
            </a:extLst>
          </p:cNvPr>
          <p:cNvSpPr>
            <a:spLocks noGrp="1"/>
          </p:cNvSpPr>
          <p:nvPr>
            <p:ph type="dt" sz="half" idx="10"/>
          </p:nvPr>
        </p:nvSpPr>
        <p:spPr/>
        <p:txBody>
          <a:bodyPr/>
          <a:lstStyle/>
          <a:p>
            <a:fld id="{3522533F-AF1C-40E3-A9FA-D8354ED65DFE}" type="datetimeFigureOut">
              <a:rPr lang="zh-CN" altLang="en-US" smtClean="0"/>
              <a:t>2026/4/19</a:t>
            </a:fld>
            <a:endParaRPr lang="zh-CN" altLang="en-US"/>
          </a:p>
        </p:txBody>
      </p:sp>
      <p:sp>
        <p:nvSpPr>
          <p:cNvPr id="4" name="页脚占位符 3">
            <a:extLst>
              <a:ext uri="{FF2B5EF4-FFF2-40B4-BE49-F238E27FC236}">
                <a16:creationId xmlns:a16="http://schemas.microsoft.com/office/drawing/2014/main" id="{88F86112-F2EA-742D-1341-CAAED9E81EE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AFA9B78-F3A9-4BB5-1614-EB63C3E5141C}"/>
              </a:ext>
            </a:extLst>
          </p:cNvPr>
          <p:cNvSpPr>
            <a:spLocks noGrp="1"/>
          </p:cNvSpPr>
          <p:nvPr>
            <p:ph type="sldNum" sz="quarter" idx="12"/>
          </p:nvPr>
        </p:nvSpPr>
        <p:spPr/>
        <p:txBody>
          <a:bodyPr/>
          <a:lstStyle/>
          <a:p>
            <a:fld id="{5775697A-EA7D-4281-87A4-E8C38A75FF55}" type="slidenum">
              <a:rPr lang="zh-CN" altLang="en-US" smtClean="0"/>
              <a:t>‹#›</a:t>
            </a:fld>
            <a:endParaRPr lang="zh-CN" altLang="en-US"/>
          </a:p>
        </p:txBody>
      </p:sp>
    </p:spTree>
    <p:extLst>
      <p:ext uri="{BB962C8B-B14F-4D97-AF65-F5344CB8AC3E}">
        <p14:creationId xmlns:p14="http://schemas.microsoft.com/office/powerpoint/2010/main" val="1271147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0FA2BF-939A-36CB-345B-1F8143E9C4F3}"/>
              </a:ext>
            </a:extLst>
          </p:cNvPr>
          <p:cNvSpPr>
            <a:spLocks noGrp="1"/>
          </p:cNvSpPr>
          <p:nvPr>
            <p:ph type="dt" sz="half" idx="10"/>
          </p:nvPr>
        </p:nvSpPr>
        <p:spPr/>
        <p:txBody>
          <a:bodyPr/>
          <a:lstStyle/>
          <a:p>
            <a:fld id="{3522533F-AF1C-40E3-A9FA-D8354ED65DFE}" type="datetimeFigureOut">
              <a:rPr lang="zh-CN" altLang="en-US" smtClean="0"/>
              <a:t>2026/4/19</a:t>
            </a:fld>
            <a:endParaRPr lang="zh-CN" altLang="en-US"/>
          </a:p>
        </p:txBody>
      </p:sp>
      <p:sp>
        <p:nvSpPr>
          <p:cNvPr id="3" name="页脚占位符 2">
            <a:extLst>
              <a:ext uri="{FF2B5EF4-FFF2-40B4-BE49-F238E27FC236}">
                <a16:creationId xmlns:a16="http://schemas.microsoft.com/office/drawing/2014/main" id="{7623A728-F48C-81A5-22C5-543F62765FA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F77CAF2-F549-61C6-D007-DFFDD39557D7}"/>
              </a:ext>
            </a:extLst>
          </p:cNvPr>
          <p:cNvSpPr>
            <a:spLocks noGrp="1"/>
          </p:cNvSpPr>
          <p:nvPr>
            <p:ph type="sldNum" sz="quarter" idx="12"/>
          </p:nvPr>
        </p:nvSpPr>
        <p:spPr/>
        <p:txBody>
          <a:bodyPr/>
          <a:lstStyle/>
          <a:p>
            <a:fld id="{5775697A-EA7D-4281-87A4-E8C38A75FF55}" type="slidenum">
              <a:rPr lang="zh-CN" altLang="en-US" smtClean="0"/>
              <a:t>‹#›</a:t>
            </a:fld>
            <a:endParaRPr lang="zh-CN" altLang="en-US"/>
          </a:p>
        </p:txBody>
      </p:sp>
    </p:spTree>
    <p:extLst>
      <p:ext uri="{BB962C8B-B14F-4D97-AF65-F5344CB8AC3E}">
        <p14:creationId xmlns:p14="http://schemas.microsoft.com/office/powerpoint/2010/main" val="1687060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5670B0-8908-4F36-B572-F9A8B2C67BD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B9DD5A5-7F4B-5860-2C54-9280667AD1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5ACD317-E28E-589B-BDDC-4745B47F0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AF32F09-EB7A-FA34-62F4-2490D9B5942C}"/>
              </a:ext>
            </a:extLst>
          </p:cNvPr>
          <p:cNvSpPr>
            <a:spLocks noGrp="1"/>
          </p:cNvSpPr>
          <p:nvPr>
            <p:ph type="dt" sz="half" idx="10"/>
          </p:nvPr>
        </p:nvSpPr>
        <p:spPr/>
        <p:txBody>
          <a:bodyPr/>
          <a:lstStyle/>
          <a:p>
            <a:fld id="{3522533F-AF1C-40E3-A9FA-D8354ED65DFE}" type="datetimeFigureOut">
              <a:rPr lang="zh-CN" altLang="en-US" smtClean="0"/>
              <a:t>2026/4/19</a:t>
            </a:fld>
            <a:endParaRPr lang="zh-CN" altLang="en-US"/>
          </a:p>
        </p:txBody>
      </p:sp>
      <p:sp>
        <p:nvSpPr>
          <p:cNvPr id="6" name="页脚占位符 5">
            <a:extLst>
              <a:ext uri="{FF2B5EF4-FFF2-40B4-BE49-F238E27FC236}">
                <a16:creationId xmlns:a16="http://schemas.microsoft.com/office/drawing/2014/main" id="{316B733D-55F1-372E-7566-0AE98612CB0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53A7C69-D580-1FFD-D19D-971420AF22FE}"/>
              </a:ext>
            </a:extLst>
          </p:cNvPr>
          <p:cNvSpPr>
            <a:spLocks noGrp="1"/>
          </p:cNvSpPr>
          <p:nvPr>
            <p:ph type="sldNum" sz="quarter" idx="12"/>
          </p:nvPr>
        </p:nvSpPr>
        <p:spPr/>
        <p:txBody>
          <a:bodyPr/>
          <a:lstStyle/>
          <a:p>
            <a:fld id="{5775697A-EA7D-4281-87A4-E8C38A75FF55}" type="slidenum">
              <a:rPr lang="zh-CN" altLang="en-US" smtClean="0"/>
              <a:t>‹#›</a:t>
            </a:fld>
            <a:endParaRPr lang="zh-CN" altLang="en-US"/>
          </a:p>
        </p:txBody>
      </p:sp>
    </p:spTree>
    <p:extLst>
      <p:ext uri="{BB962C8B-B14F-4D97-AF65-F5344CB8AC3E}">
        <p14:creationId xmlns:p14="http://schemas.microsoft.com/office/powerpoint/2010/main" val="3231242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994B8B-8B02-BE1D-7C6B-886C81C6CC5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0DC063D-3A57-BDAC-CD43-E7AA7B92D6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3BA7469-1AB1-F490-F5A0-AB62AC8F71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E82548E-8F6F-E2C6-A0D2-823682FFBAA2}"/>
              </a:ext>
            </a:extLst>
          </p:cNvPr>
          <p:cNvSpPr>
            <a:spLocks noGrp="1"/>
          </p:cNvSpPr>
          <p:nvPr>
            <p:ph type="dt" sz="half" idx="10"/>
          </p:nvPr>
        </p:nvSpPr>
        <p:spPr/>
        <p:txBody>
          <a:bodyPr/>
          <a:lstStyle/>
          <a:p>
            <a:fld id="{3522533F-AF1C-40E3-A9FA-D8354ED65DFE}" type="datetimeFigureOut">
              <a:rPr lang="zh-CN" altLang="en-US" smtClean="0"/>
              <a:t>2026/4/19</a:t>
            </a:fld>
            <a:endParaRPr lang="zh-CN" altLang="en-US"/>
          </a:p>
        </p:txBody>
      </p:sp>
      <p:sp>
        <p:nvSpPr>
          <p:cNvPr id="6" name="页脚占位符 5">
            <a:extLst>
              <a:ext uri="{FF2B5EF4-FFF2-40B4-BE49-F238E27FC236}">
                <a16:creationId xmlns:a16="http://schemas.microsoft.com/office/drawing/2014/main" id="{F82E8EE8-ABAB-D010-983C-ED222D657FA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0123B29-CA4E-4184-4C0F-DBBB63C3F538}"/>
              </a:ext>
            </a:extLst>
          </p:cNvPr>
          <p:cNvSpPr>
            <a:spLocks noGrp="1"/>
          </p:cNvSpPr>
          <p:nvPr>
            <p:ph type="sldNum" sz="quarter" idx="12"/>
          </p:nvPr>
        </p:nvSpPr>
        <p:spPr/>
        <p:txBody>
          <a:bodyPr/>
          <a:lstStyle/>
          <a:p>
            <a:fld id="{5775697A-EA7D-4281-87A4-E8C38A75FF55}" type="slidenum">
              <a:rPr lang="zh-CN" altLang="en-US" smtClean="0"/>
              <a:t>‹#›</a:t>
            </a:fld>
            <a:endParaRPr lang="zh-CN" altLang="en-US"/>
          </a:p>
        </p:txBody>
      </p:sp>
    </p:spTree>
    <p:extLst>
      <p:ext uri="{BB962C8B-B14F-4D97-AF65-F5344CB8AC3E}">
        <p14:creationId xmlns:p14="http://schemas.microsoft.com/office/powerpoint/2010/main" val="3132027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DDF549-1104-C407-C365-7CBF780DFCF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3AF2572-1692-502F-4A18-C5F20C01C0F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6C86312-5539-54C9-37C5-3C35013FB607}"/>
              </a:ext>
            </a:extLst>
          </p:cNvPr>
          <p:cNvSpPr>
            <a:spLocks noGrp="1"/>
          </p:cNvSpPr>
          <p:nvPr>
            <p:ph type="dt" sz="half" idx="10"/>
          </p:nvPr>
        </p:nvSpPr>
        <p:spPr/>
        <p:txBody>
          <a:bodyPr/>
          <a:lstStyle/>
          <a:p>
            <a:fld id="{3522533F-AF1C-40E3-A9FA-D8354ED65DFE}" type="datetimeFigureOut">
              <a:rPr lang="zh-CN" altLang="en-US" smtClean="0"/>
              <a:t>2026/4/19</a:t>
            </a:fld>
            <a:endParaRPr lang="zh-CN" altLang="en-US"/>
          </a:p>
        </p:txBody>
      </p:sp>
      <p:sp>
        <p:nvSpPr>
          <p:cNvPr id="5" name="页脚占位符 4">
            <a:extLst>
              <a:ext uri="{FF2B5EF4-FFF2-40B4-BE49-F238E27FC236}">
                <a16:creationId xmlns:a16="http://schemas.microsoft.com/office/drawing/2014/main" id="{E9403A40-6994-F4E9-5CB1-DBBE24D08A2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1A1B9FC-235E-C418-EC17-60AEDA027A31}"/>
              </a:ext>
            </a:extLst>
          </p:cNvPr>
          <p:cNvSpPr>
            <a:spLocks noGrp="1"/>
          </p:cNvSpPr>
          <p:nvPr>
            <p:ph type="sldNum" sz="quarter" idx="12"/>
          </p:nvPr>
        </p:nvSpPr>
        <p:spPr/>
        <p:txBody>
          <a:bodyPr/>
          <a:lstStyle/>
          <a:p>
            <a:fld id="{5775697A-EA7D-4281-87A4-E8C38A75FF55}" type="slidenum">
              <a:rPr lang="zh-CN" altLang="en-US" smtClean="0"/>
              <a:t>‹#›</a:t>
            </a:fld>
            <a:endParaRPr lang="zh-CN" altLang="en-US"/>
          </a:p>
        </p:txBody>
      </p:sp>
    </p:spTree>
    <p:extLst>
      <p:ext uri="{BB962C8B-B14F-4D97-AF65-F5344CB8AC3E}">
        <p14:creationId xmlns:p14="http://schemas.microsoft.com/office/powerpoint/2010/main" val="1154206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30FE6B8-5C9E-1D27-22EA-0E5677275DA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FFF0513-A4A7-F328-66F3-01147681B75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74F86E-2C29-9632-E389-ADD8B3FE5741}"/>
              </a:ext>
            </a:extLst>
          </p:cNvPr>
          <p:cNvSpPr>
            <a:spLocks noGrp="1"/>
          </p:cNvSpPr>
          <p:nvPr>
            <p:ph type="dt" sz="half" idx="10"/>
          </p:nvPr>
        </p:nvSpPr>
        <p:spPr/>
        <p:txBody>
          <a:bodyPr/>
          <a:lstStyle/>
          <a:p>
            <a:fld id="{3522533F-AF1C-40E3-A9FA-D8354ED65DFE}" type="datetimeFigureOut">
              <a:rPr lang="zh-CN" altLang="en-US" smtClean="0"/>
              <a:t>2026/4/19</a:t>
            </a:fld>
            <a:endParaRPr lang="zh-CN" altLang="en-US"/>
          </a:p>
        </p:txBody>
      </p:sp>
      <p:sp>
        <p:nvSpPr>
          <p:cNvPr id="5" name="页脚占位符 4">
            <a:extLst>
              <a:ext uri="{FF2B5EF4-FFF2-40B4-BE49-F238E27FC236}">
                <a16:creationId xmlns:a16="http://schemas.microsoft.com/office/drawing/2014/main" id="{AACA79D3-6527-ED48-F6A5-F0C953FA10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BE4244D-FE3D-017E-ED52-06DC6410C88A}"/>
              </a:ext>
            </a:extLst>
          </p:cNvPr>
          <p:cNvSpPr>
            <a:spLocks noGrp="1"/>
          </p:cNvSpPr>
          <p:nvPr>
            <p:ph type="sldNum" sz="quarter" idx="12"/>
          </p:nvPr>
        </p:nvSpPr>
        <p:spPr/>
        <p:txBody>
          <a:bodyPr/>
          <a:lstStyle/>
          <a:p>
            <a:fld id="{5775697A-EA7D-4281-87A4-E8C38A75FF55}" type="slidenum">
              <a:rPr lang="zh-CN" altLang="en-US" smtClean="0"/>
              <a:t>‹#›</a:t>
            </a:fld>
            <a:endParaRPr lang="zh-CN" altLang="en-US"/>
          </a:p>
        </p:txBody>
      </p:sp>
    </p:spTree>
    <p:extLst>
      <p:ext uri="{BB962C8B-B14F-4D97-AF65-F5344CB8AC3E}">
        <p14:creationId xmlns:p14="http://schemas.microsoft.com/office/powerpoint/2010/main" val="3815461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C0DC8A1-BFE3-A1AB-2D6D-4EA29B350F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68E346B-A1FF-11E5-66AA-E4742AC9A4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4B07359-2226-6072-FAA9-96954E9CBB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22533F-AF1C-40E3-A9FA-D8354ED65DFE}" type="datetimeFigureOut">
              <a:rPr lang="zh-CN" altLang="en-US" smtClean="0"/>
              <a:t>2026/4/19</a:t>
            </a:fld>
            <a:endParaRPr lang="zh-CN" altLang="en-US"/>
          </a:p>
        </p:txBody>
      </p:sp>
      <p:sp>
        <p:nvSpPr>
          <p:cNvPr id="5" name="页脚占位符 4">
            <a:extLst>
              <a:ext uri="{FF2B5EF4-FFF2-40B4-BE49-F238E27FC236}">
                <a16:creationId xmlns:a16="http://schemas.microsoft.com/office/drawing/2014/main" id="{F9B80B18-D01B-6D4B-234D-6F0BF3722B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907E3A56-286C-E5DE-6652-7954E1AF07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75697A-EA7D-4281-87A4-E8C38A75FF55}" type="slidenum">
              <a:rPr lang="zh-CN" altLang="en-US" smtClean="0"/>
              <a:t>‹#›</a:t>
            </a:fld>
            <a:endParaRPr lang="zh-CN" altLang="en-US"/>
          </a:p>
        </p:txBody>
      </p:sp>
    </p:spTree>
    <p:extLst>
      <p:ext uri="{BB962C8B-B14F-4D97-AF65-F5344CB8AC3E}">
        <p14:creationId xmlns:p14="http://schemas.microsoft.com/office/powerpoint/2010/main" val="446294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BD0203-E577-3E27-3C25-2AC66A4B49FA}"/>
              </a:ext>
            </a:extLst>
          </p:cNvPr>
          <p:cNvSpPr>
            <a:spLocks noGrp="1"/>
          </p:cNvSpPr>
          <p:nvPr>
            <p:ph type="ctrTitle"/>
          </p:nvPr>
        </p:nvSpPr>
        <p:spPr/>
        <p:txBody>
          <a:bodyPr/>
          <a:lstStyle/>
          <a:p>
            <a:r>
              <a:rPr lang="en-US" altLang="zh-CN" dirty="0"/>
              <a:t>RKNPU</a:t>
            </a:r>
            <a:r>
              <a:rPr lang="zh-CN" altLang="en-US" dirty="0"/>
              <a:t>驱动开发工作汇报</a:t>
            </a:r>
          </a:p>
        </p:txBody>
      </p:sp>
    </p:spTree>
    <p:extLst>
      <p:ext uri="{BB962C8B-B14F-4D97-AF65-F5344CB8AC3E}">
        <p14:creationId xmlns:p14="http://schemas.microsoft.com/office/powerpoint/2010/main" val="2562170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721B4B-14EF-3EAA-C78C-419131578B1C}"/>
              </a:ext>
            </a:extLst>
          </p:cNvPr>
          <p:cNvSpPr>
            <a:spLocks noGrp="1"/>
          </p:cNvSpPr>
          <p:nvPr>
            <p:ph type="title"/>
          </p:nvPr>
        </p:nvSpPr>
        <p:spPr/>
        <p:txBody>
          <a:bodyPr/>
          <a:lstStyle/>
          <a:p>
            <a:r>
              <a:rPr lang="en-US" altLang="zh-CN" dirty="0"/>
              <a:t>RKNPU</a:t>
            </a:r>
            <a:r>
              <a:rPr lang="zh-CN" altLang="en-US" dirty="0"/>
              <a:t>驱动需求</a:t>
            </a:r>
          </a:p>
        </p:txBody>
      </p:sp>
      <p:sp>
        <p:nvSpPr>
          <p:cNvPr id="3" name="内容占位符 2">
            <a:extLst>
              <a:ext uri="{FF2B5EF4-FFF2-40B4-BE49-F238E27FC236}">
                <a16:creationId xmlns:a16="http://schemas.microsoft.com/office/drawing/2014/main" id="{2CAC38BC-873B-560D-0544-BBE8FD276771}"/>
              </a:ext>
            </a:extLst>
          </p:cNvPr>
          <p:cNvSpPr>
            <a:spLocks noGrp="1"/>
          </p:cNvSpPr>
          <p:nvPr>
            <p:ph idx="1"/>
          </p:nvPr>
        </p:nvSpPr>
        <p:spPr/>
        <p:txBody>
          <a:bodyPr/>
          <a:lstStyle/>
          <a:p>
            <a:r>
              <a:rPr lang="zh-CN" altLang="en-US" dirty="0"/>
              <a:t>在</a:t>
            </a:r>
            <a:r>
              <a:rPr lang="en-US" altLang="zh-CN" dirty="0" err="1"/>
              <a:t>StarryOS</a:t>
            </a:r>
            <a:r>
              <a:rPr lang="zh-CN" altLang="en-US" dirty="0"/>
              <a:t>上有对</a:t>
            </a:r>
            <a:r>
              <a:rPr lang="en-US" altLang="zh-CN" dirty="0" err="1"/>
              <a:t>Rockchip</a:t>
            </a:r>
            <a:r>
              <a:rPr lang="en-US" altLang="zh-CN" dirty="0"/>
              <a:t> RK3588</a:t>
            </a:r>
            <a:r>
              <a:rPr lang="zh-CN" altLang="en-US" dirty="0"/>
              <a:t>的</a:t>
            </a:r>
            <a:r>
              <a:rPr lang="en-US" altLang="zh-CN" dirty="0"/>
              <a:t>NPU</a:t>
            </a:r>
            <a:r>
              <a:rPr lang="zh-CN" altLang="en-US" dirty="0"/>
              <a:t>推理任务的需求</a:t>
            </a:r>
            <a:endParaRPr lang="en-US" altLang="zh-CN" dirty="0"/>
          </a:p>
          <a:p>
            <a:r>
              <a:rPr lang="zh-CN" altLang="en-US" dirty="0"/>
              <a:t>官方的</a:t>
            </a:r>
            <a:r>
              <a:rPr lang="en-US" altLang="zh-CN" dirty="0"/>
              <a:t>c</a:t>
            </a:r>
            <a:r>
              <a:rPr lang="zh-CN" altLang="en-US" dirty="0"/>
              <a:t>驱动移植较困难</a:t>
            </a:r>
            <a:endParaRPr lang="en-US" altLang="zh-CN" dirty="0"/>
          </a:p>
        </p:txBody>
      </p:sp>
    </p:spTree>
    <p:extLst>
      <p:ext uri="{BB962C8B-B14F-4D97-AF65-F5344CB8AC3E}">
        <p14:creationId xmlns:p14="http://schemas.microsoft.com/office/powerpoint/2010/main" val="63082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6AD50B-F2AF-27BF-34DD-4B626195C055}"/>
              </a:ext>
            </a:extLst>
          </p:cNvPr>
          <p:cNvSpPr>
            <a:spLocks noGrp="1"/>
          </p:cNvSpPr>
          <p:nvPr>
            <p:ph type="title"/>
          </p:nvPr>
        </p:nvSpPr>
        <p:spPr/>
        <p:txBody>
          <a:bodyPr/>
          <a:lstStyle/>
          <a:p>
            <a:r>
              <a:rPr lang="zh-CN" altLang="en-US" dirty="0"/>
              <a:t>本轮二次开发的重点</a:t>
            </a:r>
          </a:p>
        </p:txBody>
      </p:sp>
      <p:sp>
        <p:nvSpPr>
          <p:cNvPr id="3" name="内容占位符 2">
            <a:extLst>
              <a:ext uri="{FF2B5EF4-FFF2-40B4-BE49-F238E27FC236}">
                <a16:creationId xmlns:a16="http://schemas.microsoft.com/office/drawing/2014/main" id="{81538FB2-0D49-169B-688D-FA303000F999}"/>
              </a:ext>
            </a:extLst>
          </p:cNvPr>
          <p:cNvSpPr>
            <a:spLocks noGrp="1"/>
          </p:cNvSpPr>
          <p:nvPr>
            <p:ph idx="1"/>
          </p:nvPr>
        </p:nvSpPr>
        <p:spPr/>
        <p:txBody>
          <a:bodyPr/>
          <a:lstStyle/>
          <a:p>
            <a:r>
              <a:rPr lang="zh-CN" altLang="en-US" dirty="0"/>
              <a:t>让驱动能够同时调度</a:t>
            </a:r>
            <a:r>
              <a:rPr lang="en-US" altLang="zh-CN" dirty="0"/>
              <a:t>3</a:t>
            </a:r>
            <a:r>
              <a:rPr lang="zh-CN" altLang="en-US" dirty="0"/>
              <a:t>核心进行工作</a:t>
            </a:r>
            <a:endParaRPr lang="en-US" altLang="zh-CN" dirty="0"/>
          </a:p>
          <a:p>
            <a:r>
              <a:rPr lang="zh-CN" altLang="en-US" dirty="0"/>
              <a:t>给驱动实现了一个</a:t>
            </a:r>
            <a:r>
              <a:rPr lang="en-US" altLang="zh-CN" dirty="0" err="1"/>
              <a:t>npu</a:t>
            </a:r>
            <a:r>
              <a:rPr lang="zh-CN" altLang="en-US" dirty="0"/>
              <a:t>任务调度器</a:t>
            </a:r>
            <a:endParaRPr lang="en-US" altLang="zh-CN" dirty="0"/>
          </a:p>
        </p:txBody>
      </p:sp>
    </p:spTree>
    <p:extLst>
      <p:ext uri="{BB962C8B-B14F-4D97-AF65-F5344CB8AC3E}">
        <p14:creationId xmlns:p14="http://schemas.microsoft.com/office/powerpoint/2010/main" val="2107746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B10026-9DA8-28D6-9357-E1BC44A0478C}"/>
              </a:ext>
            </a:extLst>
          </p:cNvPr>
          <p:cNvSpPr>
            <a:spLocks noGrp="1"/>
          </p:cNvSpPr>
          <p:nvPr>
            <p:ph type="title"/>
          </p:nvPr>
        </p:nvSpPr>
        <p:spPr/>
        <p:txBody>
          <a:bodyPr/>
          <a:lstStyle/>
          <a:p>
            <a:r>
              <a:rPr lang="en-US" altLang="zh-CN" dirty="0"/>
              <a:t>RKNPU</a:t>
            </a:r>
            <a:r>
              <a:rPr lang="zh-CN" altLang="en-US" dirty="0"/>
              <a:t>驱动与</a:t>
            </a:r>
            <a:r>
              <a:rPr lang="en-US" altLang="zh-CN" dirty="0" err="1"/>
              <a:t>StarryOS</a:t>
            </a:r>
            <a:r>
              <a:rPr lang="zh-CN" altLang="en-US" dirty="0"/>
              <a:t>的桥接</a:t>
            </a:r>
          </a:p>
        </p:txBody>
      </p:sp>
      <p:sp>
        <p:nvSpPr>
          <p:cNvPr id="3" name="内容占位符 2">
            <a:extLst>
              <a:ext uri="{FF2B5EF4-FFF2-40B4-BE49-F238E27FC236}">
                <a16:creationId xmlns:a16="http://schemas.microsoft.com/office/drawing/2014/main" id="{8F5B686C-843C-4156-0866-7955EE7E1ECB}"/>
              </a:ext>
            </a:extLst>
          </p:cNvPr>
          <p:cNvSpPr>
            <a:spLocks noGrp="1"/>
          </p:cNvSpPr>
          <p:nvPr>
            <p:ph idx="1"/>
          </p:nvPr>
        </p:nvSpPr>
        <p:spPr/>
        <p:txBody>
          <a:bodyPr/>
          <a:lstStyle/>
          <a:p>
            <a:r>
              <a:rPr lang="zh-CN" altLang="en-US" dirty="0"/>
              <a:t>本次开发分为两个</a:t>
            </a:r>
            <a:r>
              <a:rPr lang="en-US" altLang="zh-CN" dirty="0"/>
              <a:t>crates</a:t>
            </a:r>
            <a:r>
              <a:rPr lang="zh-CN" altLang="en-US" dirty="0"/>
              <a:t>，一个是</a:t>
            </a:r>
            <a:r>
              <a:rPr lang="en-US" altLang="zh-CN" dirty="0"/>
              <a:t>RKNPU</a:t>
            </a:r>
            <a:r>
              <a:rPr lang="zh-CN" altLang="en-US" dirty="0"/>
              <a:t>主体驱动只负责硬件的驱动。</a:t>
            </a:r>
            <a:r>
              <a:rPr lang="en-US" altLang="zh-CN" dirty="0"/>
              <a:t>OS</a:t>
            </a:r>
            <a:r>
              <a:rPr lang="zh-CN" altLang="en-US" dirty="0"/>
              <a:t>侧接入只需要实现对应的</a:t>
            </a:r>
            <a:r>
              <a:rPr lang="en-US" altLang="zh-CN" dirty="0"/>
              <a:t>trait</a:t>
            </a:r>
            <a:r>
              <a:rPr lang="zh-CN" altLang="en-US" dirty="0"/>
              <a:t>为驱动提供必要的能力即可使用</a:t>
            </a:r>
            <a:endParaRPr lang="en-US" altLang="zh-CN" dirty="0"/>
          </a:p>
          <a:p>
            <a:r>
              <a:rPr lang="zh-CN" altLang="en-US" dirty="0"/>
              <a:t>一个是</a:t>
            </a:r>
            <a:r>
              <a:rPr lang="en-US" altLang="zh-CN" dirty="0" err="1"/>
              <a:t>StarryOS</a:t>
            </a:r>
            <a:r>
              <a:rPr lang="zh-CN" altLang="en-US" dirty="0"/>
              <a:t>与</a:t>
            </a:r>
            <a:r>
              <a:rPr lang="en-US" altLang="zh-CN" dirty="0"/>
              <a:t>RKNPU</a:t>
            </a:r>
            <a:r>
              <a:rPr lang="zh-CN" altLang="en-US" dirty="0"/>
              <a:t>桥接的</a:t>
            </a:r>
            <a:r>
              <a:rPr lang="en-US" altLang="zh-CN" dirty="0"/>
              <a:t>crates</a:t>
            </a:r>
            <a:r>
              <a:rPr lang="zh-CN" altLang="en-US" dirty="0"/>
              <a:t>，用于实现</a:t>
            </a:r>
            <a:r>
              <a:rPr lang="en-US" altLang="zh-CN" dirty="0"/>
              <a:t>RKNPU</a:t>
            </a:r>
            <a:r>
              <a:rPr lang="zh-CN" altLang="en-US" dirty="0"/>
              <a:t>驱动需要的</a:t>
            </a:r>
            <a:r>
              <a:rPr lang="en-US" altLang="zh-CN" dirty="0"/>
              <a:t>trait</a:t>
            </a:r>
            <a:r>
              <a:rPr lang="zh-CN" altLang="en-US" dirty="0"/>
              <a:t>让</a:t>
            </a:r>
            <a:r>
              <a:rPr lang="en-US" altLang="zh-CN" dirty="0" err="1"/>
              <a:t>StarryOS</a:t>
            </a:r>
            <a:r>
              <a:rPr lang="zh-CN" altLang="en-US" dirty="0"/>
              <a:t>拥有使用</a:t>
            </a:r>
            <a:r>
              <a:rPr lang="en-US" altLang="zh-CN" dirty="0"/>
              <a:t>RKNPU</a:t>
            </a:r>
            <a:r>
              <a:rPr lang="zh-CN" altLang="en-US" dirty="0"/>
              <a:t>驱动的能力</a:t>
            </a:r>
          </a:p>
        </p:txBody>
      </p:sp>
    </p:spTree>
    <p:extLst>
      <p:ext uri="{BB962C8B-B14F-4D97-AF65-F5344CB8AC3E}">
        <p14:creationId xmlns:p14="http://schemas.microsoft.com/office/powerpoint/2010/main" val="2047973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2BD7F0-0A63-8B6F-B171-3DF779F5141D}"/>
              </a:ext>
            </a:extLst>
          </p:cNvPr>
          <p:cNvSpPr>
            <a:spLocks noGrp="1"/>
          </p:cNvSpPr>
          <p:nvPr>
            <p:ph type="title"/>
          </p:nvPr>
        </p:nvSpPr>
        <p:spPr/>
        <p:txBody>
          <a:bodyPr/>
          <a:lstStyle/>
          <a:p>
            <a:r>
              <a:rPr lang="en-US" altLang="zh-CN" dirty="0"/>
              <a:t>RKNPU</a:t>
            </a:r>
            <a:r>
              <a:rPr lang="zh-CN" altLang="en-US" dirty="0"/>
              <a:t>驱动总体的设计</a:t>
            </a:r>
          </a:p>
        </p:txBody>
      </p:sp>
      <p:sp>
        <p:nvSpPr>
          <p:cNvPr id="3" name="内容占位符 2">
            <a:extLst>
              <a:ext uri="{FF2B5EF4-FFF2-40B4-BE49-F238E27FC236}">
                <a16:creationId xmlns:a16="http://schemas.microsoft.com/office/drawing/2014/main" id="{BC3845B5-B3ED-9DC8-5C90-C1861A6C851B}"/>
              </a:ext>
            </a:extLst>
          </p:cNvPr>
          <p:cNvSpPr>
            <a:spLocks noGrp="1"/>
          </p:cNvSpPr>
          <p:nvPr>
            <p:ph idx="1"/>
          </p:nvPr>
        </p:nvSpPr>
        <p:spPr/>
        <p:txBody>
          <a:bodyPr/>
          <a:lstStyle/>
          <a:p>
            <a:pPr marL="0" indent="0">
              <a:buNone/>
            </a:pPr>
            <a:r>
              <a:rPr lang="zh-CN" altLang="en-US" dirty="0"/>
              <a:t>外部</a:t>
            </a:r>
            <a:r>
              <a:rPr lang="en-US" altLang="zh-CN" dirty="0"/>
              <a:t>trait:</a:t>
            </a:r>
            <a:r>
              <a:rPr lang="zh-CN" altLang="en-US" dirty="0"/>
              <a:t>驱动要求</a:t>
            </a:r>
            <a:r>
              <a:rPr lang="en-US" altLang="zh-CN" dirty="0"/>
              <a:t>OS</a:t>
            </a:r>
            <a:r>
              <a:rPr lang="zh-CN" altLang="en-US" dirty="0"/>
              <a:t>实现诸如创建新线程</a:t>
            </a:r>
            <a:r>
              <a:rPr lang="en-US" altLang="zh-CN" dirty="0"/>
              <a:t>/</a:t>
            </a:r>
            <a:r>
              <a:rPr lang="zh-CN" altLang="en-US" dirty="0"/>
              <a:t>睡眠</a:t>
            </a:r>
            <a:r>
              <a:rPr lang="en-US" altLang="zh-CN" dirty="0"/>
              <a:t>/</a:t>
            </a:r>
            <a:r>
              <a:rPr lang="en-US" altLang="zh-CN" dirty="0" err="1"/>
              <a:t>dma</a:t>
            </a:r>
            <a:r>
              <a:rPr lang="zh-CN" altLang="en-US" dirty="0"/>
              <a:t>内存分配的</a:t>
            </a:r>
            <a:r>
              <a:rPr lang="en-US" altLang="zh-CN" dirty="0"/>
              <a:t>trait</a:t>
            </a:r>
            <a:r>
              <a:rPr lang="zh-CN" altLang="en-US" dirty="0"/>
              <a:t>来让驱动进行使用从而发挥驱动的调度能力</a:t>
            </a:r>
            <a:endParaRPr lang="en-US" altLang="zh-CN" dirty="0"/>
          </a:p>
          <a:p>
            <a:pPr marL="0" indent="0">
              <a:buNone/>
            </a:pPr>
            <a:r>
              <a:rPr lang="zh-CN" altLang="en-US" dirty="0"/>
              <a:t>外部请求</a:t>
            </a:r>
            <a:r>
              <a:rPr lang="en-US" altLang="zh-CN" dirty="0"/>
              <a:t>:</a:t>
            </a:r>
            <a:r>
              <a:rPr lang="zh-CN" altLang="en-US" dirty="0"/>
              <a:t>驱动内部通过</a:t>
            </a:r>
            <a:r>
              <a:rPr lang="en-US" altLang="zh-CN" dirty="0" err="1"/>
              <a:t>ioctl</a:t>
            </a:r>
            <a:r>
              <a:rPr lang="zh-CN" altLang="en-US" dirty="0"/>
              <a:t>风格的接口来接收外部的调用请求</a:t>
            </a:r>
            <a:endParaRPr lang="en-US" altLang="zh-CN" dirty="0"/>
          </a:p>
          <a:p>
            <a:pPr marL="0" indent="0">
              <a:buNone/>
            </a:pPr>
            <a:r>
              <a:rPr lang="zh-CN" altLang="en-US" dirty="0"/>
              <a:t>任务调度器主循环</a:t>
            </a:r>
            <a:r>
              <a:rPr lang="en-US" altLang="zh-CN" dirty="0"/>
              <a:t>:</a:t>
            </a:r>
            <a:r>
              <a:rPr lang="zh-CN" altLang="en-US" dirty="0"/>
              <a:t>驱动内部调度器的核心是一个</a:t>
            </a:r>
            <a:r>
              <a:rPr lang="en-US" altLang="zh-CN" dirty="0" err="1"/>
              <a:t>worker_main</a:t>
            </a:r>
            <a:r>
              <a:rPr lang="zh-CN" altLang="en-US" dirty="0"/>
              <a:t>主循环，持续调度和消费</a:t>
            </a:r>
            <a:r>
              <a:rPr lang="en-US" altLang="zh-CN" dirty="0" err="1"/>
              <a:t>os</a:t>
            </a:r>
            <a:r>
              <a:rPr lang="zh-CN" altLang="en-US" dirty="0"/>
              <a:t>分发的任务</a:t>
            </a:r>
            <a:endParaRPr lang="en-US" altLang="zh-CN" dirty="0"/>
          </a:p>
          <a:p>
            <a:pPr marL="0" indent="0">
              <a:buNone/>
            </a:pPr>
            <a:endParaRPr lang="en-US" altLang="zh-CN" dirty="0"/>
          </a:p>
        </p:txBody>
      </p:sp>
    </p:spTree>
    <p:extLst>
      <p:ext uri="{BB962C8B-B14F-4D97-AF65-F5344CB8AC3E}">
        <p14:creationId xmlns:p14="http://schemas.microsoft.com/office/powerpoint/2010/main" val="1992271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88A571-FC1A-962E-FA6E-B98331833631}"/>
              </a:ext>
            </a:extLst>
          </p:cNvPr>
          <p:cNvSpPr>
            <a:spLocks noGrp="1"/>
          </p:cNvSpPr>
          <p:nvPr>
            <p:ph type="title"/>
          </p:nvPr>
        </p:nvSpPr>
        <p:spPr/>
        <p:txBody>
          <a:bodyPr/>
          <a:lstStyle/>
          <a:p>
            <a:r>
              <a:rPr lang="en-US" altLang="zh-CN" dirty="0"/>
              <a:t>RKNPU</a:t>
            </a:r>
            <a:r>
              <a:rPr lang="zh-CN" altLang="en-US" dirty="0"/>
              <a:t>驱动性能测试</a:t>
            </a:r>
          </a:p>
        </p:txBody>
      </p:sp>
      <p:sp>
        <p:nvSpPr>
          <p:cNvPr id="3" name="内容占位符 2">
            <a:extLst>
              <a:ext uri="{FF2B5EF4-FFF2-40B4-BE49-F238E27FC236}">
                <a16:creationId xmlns:a16="http://schemas.microsoft.com/office/drawing/2014/main" id="{ADEB93DB-4A6C-083A-A1D9-CC6ECC45D10E}"/>
              </a:ext>
            </a:extLst>
          </p:cNvPr>
          <p:cNvSpPr>
            <a:spLocks noGrp="1"/>
          </p:cNvSpPr>
          <p:nvPr>
            <p:ph idx="1"/>
          </p:nvPr>
        </p:nvSpPr>
        <p:spPr/>
        <p:txBody>
          <a:bodyPr/>
          <a:lstStyle/>
          <a:p>
            <a:r>
              <a:rPr lang="zh-CN" altLang="en-US" dirty="0"/>
              <a:t>本次测试采用单线程下使用单核心运行任务与三核心运行任务进行对比</a:t>
            </a:r>
            <a:endParaRPr lang="en-US" altLang="zh-CN" dirty="0"/>
          </a:p>
          <a:p>
            <a:pPr marL="0" indent="0">
              <a:buNone/>
            </a:pPr>
            <a:r>
              <a:rPr lang="zh-CN" altLang="en-US" dirty="0"/>
              <a:t>在小任务的运行下加速效果不大，加速比在</a:t>
            </a:r>
            <a:r>
              <a:rPr lang="en-US" altLang="zh-CN" dirty="0"/>
              <a:t>1.2</a:t>
            </a:r>
            <a:r>
              <a:rPr lang="zh-CN" altLang="en-US" dirty="0"/>
              <a:t>倍</a:t>
            </a:r>
            <a:r>
              <a:rPr lang="en-US" altLang="zh-CN" dirty="0"/>
              <a:t>-2</a:t>
            </a:r>
            <a:r>
              <a:rPr lang="zh-CN" altLang="en-US" dirty="0"/>
              <a:t>倍之间</a:t>
            </a:r>
            <a:endParaRPr lang="en-US" altLang="zh-CN" dirty="0"/>
          </a:p>
          <a:p>
            <a:pPr marL="0" indent="0">
              <a:buNone/>
            </a:pPr>
            <a:r>
              <a:rPr lang="zh-CN" altLang="en-US" dirty="0"/>
              <a:t>在大任务的运行下，最大的加速比能达到</a:t>
            </a:r>
            <a:r>
              <a:rPr lang="en-US" altLang="zh-CN" dirty="0"/>
              <a:t>2.8</a:t>
            </a:r>
            <a:r>
              <a:rPr lang="zh-CN" altLang="en-US" dirty="0"/>
              <a:t>倍</a:t>
            </a:r>
            <a:endParaRPr lang="en-US" altLang="zh-CN" dirty="0"/>
          </a:p>
          <a:p>
            <a:pPr marL="0" indent="0">
              <a:buNone/>
            </a:pPr>
            <a:endParaRPr lang="zh-CN" altLang="en-US" dirty="0"/>
          </a:p>
        </p:txBody>
      </p:sp>
    </p:spTree>
    <p:extLst>
      <p:ext uri="{BB962C8B-B14F-4D97-AF65-F5344CB8AC3E}">
        <p14:creationId xmlns:p14="http://schemas.microsoft.com/office/powerpoint/2010/main" val="2516596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85F8EF-7F42-DEAE-ACF4-4986E6AFFD34}"/>
              </a:ext>
            </a:extLst>
          </p:cNvPr>
          <p:cNvSpPr>
            <a:spLocks noGrp="1"/>
          </p:cNvSpPr>
          <p:nvPr>
            <p:ph type="title"/>
          </p:nvPr>
        </p:nvSpPr>
        <p:spPr/>
        <p:txBody>
          <a:bodyPr/>
          <a:lstStyle/>
          <a:p>
            <a:r>
              <a:rPr lang="zh-CN" altLang="en-US" dirty="0"/>
              <a:t>之后工作的安排</a:t>
            </a:r>
          </a:p>
        </p:txBody>
      </p:sp>
      <p:sp>
        <p:nvSpPr>
          <p:cNvPr id="3" name="内容占位符 2">
            <a:extLst>
              <a:ext uri="{FF2B5EF4-FFF2-40B4-BE49-F238E27FC236}">
                <a16:creationId xmlns:a16="http://schemas.microsoft.com/office/drawing/2014/main" id="{0D9C0A0C-88A2-A947-EB79-65F1D9A2690E}"/>
              </a:ext>
            </a:extLst>
          </p:cNvPr>
          <p:cNvSpPr>
            <a:spLocks noGrp="1"/>
          </p:cNvSpPr>
          <p:nvPr>
            <p:ph idx="1"/>
          </p:nvPr>
        </p:nvSpPr>
        <p:spPr/>
        <p:txBody>
          <a:bodyPr/>
          <a:lstStyle/>
          <a:p>
            <a:r>
              <a:rPr lang="zh-CN" altLang="en-US" dirty="0"/>
              <a:t>优化调度器在小任务场景下运行，尽可能的让小任务也能获得更大加速效果</a:t>
            </a:r>
            <a:endParaRPr lang="en-US" altLang="zh-CN" dirty="0"/>
          </a:p>
          <a:p>
            <a:r>
              <a:rPr lang="zh-CN" altLang="en-US" dirty="0"/>
              <a:t>完善</a:t>
            </a:r>
            <a:r>
              <a:rPr lang="en-US" altLang="zh-CN" dirty="0"/>
              <a:t>RKNPU</a:t>
            </a:r>
            <a:r>
              <a:rPr lang="zh-CN" altLang="en-US" dirty="0"/>
              <a:t>驱动</a:t>
            </a:r>
            <a:r>
              <a:rPr lang="en-US" altLang="zh-CN" dirty="0"/>
              <a:t>crates</a:t>
            </a:r>
            <a:r>
              <a:rPr lang="zh-CN" altLang="en-US" dirty="0"/>
              <a:t>的接口</a:t>
            </a:r>
            <a:endParaRPr lang="en-US" altLang="zh-CN" dirty="0"/>
          </a:p>
        </p:txBody>
      </p:sp>
    </p:spTree>
    <p:extLst>
      <p:ext uri="{BB962C8B-B14F-4D97-AF65-F5344CB8AC3E}">
        <p14:creationId xmlns:p14="http://schemas.microsoft.com/office/powerpoint/2010/main" val="105455660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289</Words>
  <Application>Microsoft Office PowerPoint</Application>
  <PresentationFormat>宽屏</PresentationFormat>
  <Paragraphs>21</Paragraphs>
  <Slides>7</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7</vt:i4>
      </vt:variant>
    </vt:vector>
  </HeadingPairs>
  <TitlesOfParts>
    <vt:vector size="11" baseType="lpstr">
      <vt:lpstr>等线</vt:lpstr>
      <vt:lpstr>等线 Light</vt:lpstr>
      <vt:lpstr>Arial</vt:lpstr>
      <vt:lpstr>Office 主题​​</vt:lpstr>
      <vt:lpstr>RKNPU驱动开发工作汇报</vt:lpstr>
      <vt:lpstr>RKNPU驱动需求</vt:lpstr>
      <vt:lpstr>本轮二次开发的重点</vt:lpstr>
      <vt:lpstr>RKNPU驱动与StarryOS的桥接</vt:lpstr>
      <vt:lpstr>RKNPU驱动总体的设计</vt:lpstr>
      <vt:lpstr>RKNPU驱动性能测试</vt:lpstr>
      <vt:lpstr>之后工作的安排</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inkbottle Dir</dc:creator>
  <cp:lastModifiedBy>inkbottle Dir</cp:lastModifiedBy>
  <cp:revision>15</cp:revision>
  <dcterms:created xsi:type="dcterms:W3CDTF">2026-04-19T05:07:09Z</dcterms:created>
  <dcterms:modified xsi:type="dcterms:W3CDTF">2026-04-19T05:49:32Z</dcterms:modified>
</cp:coreProperties>
</file>